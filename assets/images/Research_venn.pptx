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46"/>
    <p:restoredTop sz="94649"/>
  </p:normalViewPr>
  <p:slideViewPr>
    <p:cSldViewPr snapToGrid="0">
      <p:cViewPr>
        <p:scale>
          <a:sx n="160" d="100"/>
          <a:sy n="160" d="100"/>
        </p:scale>
        <p:origin x="39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008E-5F15-9251-7EED-19C83EC61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116F3-CC7B-633D-2674-770E8984E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530C-D319-BCB6-9F48-C7399A78F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4782F-21ED-2681-E067-02E7665F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539-E957-5618-B225-4BF11DA25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B9331-1523-7DAB-57B4-94492F0B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E890B-ACB3-77C6-BCCE-F72221490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B99D4-0F14-C87E-ED0C-1DC40F58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5B95-036E-44F0-02CD-BC3EB3311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5361-301B-FAEB-F13B-F6787827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33FA-1612-60B2-AB50-81D604F6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E920C-7283-AB77-F5A6-C0BD5A9BD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439AB-23BE-E028-8051-4B051B34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0EA92-E641-A13E-E80E-2E58D547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472A5-A984-3F95-2713-278F58AE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7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9784-F435-6286-061E-F14D101C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D5378-87BB-67DB-F8CF-F13BA3D5A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6B4CE-3823-0657-45AA-14B57ABDC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A5AA9-8A6D-1C16-3E0E-2C261EC9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CD96C-024B-EFEE-40CE-C46F4706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EB7B3-5A2C-8893-0084-4A6406AC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5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4126-67EB-B4D4-D332-5C2B05B7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FF652-737D-4946-CEF4-8482B0A4B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56626-7831-B163-504B-0DD448DA7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20B5C4-AAAC-0ADE-EE05-C641F3281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7BAB8-571F-D622-AF1E-EB47F39C5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7DDA7-BCB5-35DA-73A9-8A7A25A9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1B145-299C-5156-B112-7DE1E857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FC47C-B66D-B90F-9645-B6C7991F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ACA0-44DA-4F5D-2DE0-84FF2076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4481A-31EC-1D6E-15CE-FB2E6B4F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2AF29-6BF8-0D0C-047C-736642FA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B2B53-850C-8B25-AAEB-E4CFB89A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5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6402B-C89C-C99A-4A9F-9EABFD92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52A082-6D79-D231-A688-B1964A55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0D334-C8D3-13C1-6429-2EC1ECF3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8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7CA6-984C-45B3-2DA6-EFF0E432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53E44-6A97-F22F-BC21-185574711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484C6-DB2B-2DDD-5AE1-040DA9DDE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B5157-0219-7457-180D-F900E2582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04CC2-9134-C066-E82A-56D25888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A1E6E-7AB1-8BBD-3A0F-3BB980A1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7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F138-AE72-44AF-5DF3-3929AB54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7836D-2F6B-DD4B-5660-6314680ED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731E2-A002-F8B0-4BA0-3840A5DFB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1F5BF-9A97-7E1B-EAD5-E4BF34B5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54591-266E-E1B6-92BE-1B47EDB9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7E83-D844-3C74-64A8-DC42EC79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2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8AE5-95A2-C8E8-7A0A-BC0F2AA2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FC851-0743-08D0-DB63-4E0B90F87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C4EBA-152C-E269-865B-52B8AEEE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60043-FA3F-947D-31C1-4849B1E0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90432-59A7-46CF-AF27-FC85F85E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7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5A24C-F768-D654-99F1-2FD3EFD65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DDC58-5321-C06D-5F18-4B532AF7F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7059A-E9FE-8749-4CCC-2ACC524B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D60B4-6F93-92CB-9161-2C9D14EA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A18C3-E38A-7830-EBB5-25E785DB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CEDB1-D5F9-BACA-CBD4-53572831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6DD6-CDC9-A41D-3945-AC4D613EE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A6872-A28B-4270-A7B0-1A50BD986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BD2A4-888B-0B40-81B3-44B5181715C6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5713F-0DE7-043F-2F23-7C106837C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4F95A-5EA3-D1FB-270A-84CF8C321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A7B7C-577C-5A4F-A4F8-16C5C5E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8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1518473-5D08-22C5-8213-1333363BA0C8}"/>
              </a:ext>
            </a:extLst>
          </p:cNvPr>
          <p:cNvSpPr/>
          <p:nvPr/>
        </p:nvSpPr>
        <p:spPr bwMode="auto">
          <a:xfrm>
            <a:off x="3095749" y="594742"/>
            <a:ext cx="2963589" cy="2943370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90DC8F-14F6-24C8-386A-94B9CC1C41D8}"/>
              </a:ext>
            </a:extLst>
          </p:cNvPr>
          <p:cNvSpPr/>
          <p:nvPr/>
        </p:nvSpPr>
        <p:spPr bwMode="auto">
          <a:xfrm>
            <a:off x="3982044" y="2088258"/>
            <a:ext cx="2963589" cy="2943370"/>
          </a:xfrm>
          <a:prstGeom prst="ellipse">
            <a:avLst/>
          </a:prstGeom>
          <a:solidFill>
            <a:srgbClr val="4D60A8">
              <a:alpha val="89804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8948F5-8C29-D06C-795B-303C79EECBA0}"/>
              </a:ext>
            </a:extLst>
          </p:cNvPr>
          <p:cNvSpPr/>
          <p:nvPr/>
        </p:nvSpPr>
        <p:spPr bwMode="auto">
          <a:xfrm>
            <a:off x="2206566" y="2088258"/>
            <a:ext cx="2963589" cy="2943370"/>
          </a:xfrm>
          <a:prstGeom prst="ellipse">
            <a:avLst/>
          </a:prstGeom>
          <a:solidFill>
            <a:srgbClr val="455766">
              <a:alpha val="87059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157CC-9AC6-12D1-8A91-08AAA2B956EA}"/>
              </a:ext>
            </a:extLst>
          </p:cNvPr>
          <p:cNvSpPr txBox="1"/>
          <p:nvPr/>
        </p:nvSpPr>
        <p:spPr>
          <a:xfrm>
            <a:off x="2181471" y="3358676"/>
            <a:ext cx="1798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Health </a:t>
            </a:r>
          </a:p>
          <a:p>
            <a:pPr algn="ctr"/>
            <a:r>
              <a:rPr lang="en-US" sz="2400" b="1" dirty="0"/>
              <a:t>Equity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B0E84-2291-A3CC-C4DF-1C7736079812}"/>
              </a:ext>
            </a:extLst>
          </p:cNvPr>
          <p:cNvSpPr txBox="1"/>
          <p:nvPr/>
        </p:nvSpPr>
        <p:spPr>
          <a:xfrm>
            <a:off x="5191826" y="3358676"/>
            <a:ext cx="1798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Simulation</a:t>
            </a:r>
          </a:p>
          <a:p>
            <a:pPr algn="ctr"/>
            <a:r>
              <a:rPr lang="en-US" sz="2400" b="1" dirty="0"/>
              <a:t>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8264A-8600-3E56-B43B-78A0580C5BB8}"/>
              </a:ext>
            </a:extLst>
          </p:cNvPr>
          <p:cNvSpPr txBox="1"/>
          <p:nvPr/>
        </p:nvSpPr>
        <p:spPr>
          <a:xfrm>
            <a:off x="3500745" y="847427"/>
            <a:ext cx="2139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Cancer Prevention &amp; Control</a:t>
            </a:r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5D3992F9-3C01-5CB0-00D6-660BABC5B860}"/>
              </a:ext>
            </a:extLst>
          </p:cNvPr>
          <p:cNvSpPr/>
          <p:nvPr/>
        </p:nvSpPr>
        <p:spPr>
          <a:xfrm>
            <a:off x="3981450" y="3413125"/>
            <a:ext cx="1190625" cy="1320800"/>
          </a:xfrm>
          <a:custGeom>
            <a:avLst/>
            <a:gdLst>
              <a:gd name="connsiteX0" fmla="*/ 15875 w 1190625"/>
              <a:gd name="connsiteY0" fmla="*/ 0 h 1320800"/>
              <a:gd name="connsiteX1" fmla="*/ 79375 w 1190625"/>
              <a:gd name="connsiteY1" fmla="*/ 38100 h 1320800"/>
              <a:gd name="connsiteX2" fmla="*/ 155575 w 1190625"/>
              <a:gd name="connsiteY2" fmla="*/ 60325 h 1320800"/>
              <a:gd name="connsiteX3" fmla="*/ 228600 w 1190625"/>
              <a:gd name="connsiteY3" fmla="*/ 76200 h 1320800"/>
              <a:gd name="connsiteX4" fmla="*/ 323850 w 1190625"/>
              <a:gd name="connsiteY4" fmla="*/ 95250 h 1320800"/>
              <a:gd name="connsiteX5" fmla="*/ 406400 w 1190625"/>
              <a:gd name="connsiteY5" fmla="*/ 114300 h 1320800"/>
              <a:gd name="connsiteX6" fmla="*/ 508000 w 1190625"/>
              <a:gd name="connsiteY6" fmla="*/ 123825 h 1320800"/>
              <a:gd name="connsiteX7" fmla="*/ 619125 w 1190625"/>
              <a:gd name="connsiteY7" fmla="*/ 127000 h 1320800"/>
              <a:gd name="connsiteX8" fmla="*/ 708025 w 1190625"/>
              <a:gd name="connsiteY8" fmla="*/ 130175 h 1320800"/>
              <a:gd name="connsiteX9" fmla="*/ 793750 w 1190625"/>
              <a:gd name="connsiteY9" fmla="*/ 117475 h 1320800"/>
              <a:gd name="connsiteX10" fmla="*/ 901700 w 1190625"/>
              <a:gd name="connsiteY10" fmla="*/ 101600 h 1320800"/>
              <a:gd name="connsiteX11" fmla="*/ 962025 w 1190625"/>
              <a:gd name="connsiteY11" fmla="*/ 82550 h 1320800"/>
              <a:gd name="connsiteX12" fmla="*/ 1019175 w 1190625"/>
              <a:gd name="connsiteY12" fmla="*/ 60325 h 1320800"/>
              <a:gd name="connsiteX13" fmla="*/ 1082675 w 1190625"/>
              <a:gd name="connsiteY13" fmla="*/ 38100 h 1320800"/>
              <a:gd name="connsiteX14" fmla="*/ 1171575 w 1190625"/>
              <a:gd name="connsiteY14" fmla="*/ 3175 h 1320800"/>
              <a:gd name="connsiteX15" fmla="*/ 1190625 w 1190625"/>
              <a:gd name="connsiteY15" fmla="*/ 215900 h 1320800"/>
              <a:gd name="connsiteX16" fmla="*/ 1155700 w 1190625"/>
              <a:gd name="connsiteY16" fmla="*/ 482600 h 1320800"/>
              <a:gd name="connsiteX17" fmla="*/ 1085850 w 1190625"/>
              <a:gd name="connsiteY17" fmla="*/ 698500 h 1320800"/>
              <a:gd name="connsiteX18" fmla="*/ 1028700 w 1190625"/>
              <a:gd name="connsiteY18" fmla="*/ 815975 h 1320800"/>
              <a:gd name="connsiteX19" fmla="*/ 958850 w 1190625"/>
              <a:gd name="connsiteY19" fmla="*/ 936625 h 1320800"/>
              <a:gd name="connsiteX20" fmla="*/ 866775 w 1190625"/>
              <a:gd name="connsiteY20" fmla="*/ 1047750 h 1320800"/>
              <a:gd name="connsiteX21" fmla="*/ 765175 w 1190625"/>
              <a:gd name="connsiteY21" fmla="*/ 1165225 h 1320800"/>
              <a:gd name="connsiteX22" fmla="*/ 692150 w 1190625"/>
              <a:gd name="connsiteY22" fmla="*/ 1244600 h 1320800"/>
              <a:gd name="connsiteX23" fmla="*/ 600075 w 1190625"/>
              <a:gd name="connsiteY23" fmla="*/ 1320800 h 1320800"/>
              <a:gd name="connsiteX24" fmla="*/ 473075 w 1190625"/>
              <a:gd name="connsiteY24" fmla="*/ 1222375 h 1320800"/>
              <a:gd name="connsiteX25" fmla="*/ 390525 w 1190625"/>
              <a:gd name="connsiteY25" fmla="*/ 1146175 h 1320800"/>
              <a:gd name="connsiteX26" fmla="*/ 327025 w 1190625"/>
              <a:gd name="connsiteY26" fmla="*/ 1079500 h 1320800"/>
              <a:gd name="connsiteX27" fmla="*/ 273050 w 1190625"/>
              <a:gd name="connsiteY27" fmla="*/ 1009650 h 1320800"/>
              <a:gd name="connsiteX28" fmla="*/ 206375 w 1190625"/>
              <a:gd name="connsiteY28" fmla="*/ 914400 h 1320800"/>
              <a:gd name="connsiteX29" fmla="*/ 136525 w 1190625"/>
              <a:gd name="connsiteY29" fmla="*/ 781050 h 1320800"/>
              <a:gd name="connsiteX30" fmla="*/ 85725 w 1190625"/>
              <a:gd name="connsiteY30" fmla="*/ 657225 h 1320800"/>
              <a:gd name="connsiteX31" fmla="*/ 38100 w 1190625"/>
              <a:gd name="connsiteY31" fmla="*/ 508000 h 1320800"/>
              <a:gd name="connsiteX32" fmla="*/ 15875 w 1190625"/>
              <a:gd name="connsiteY32" fmla="*/ 374650 h 1320800"/>
              <a:gd name="connsiteX33" fmla="*/ 0 w 1190625"/>
              <a:gd name="connsiteY33" fmla="*/ 219075 h 1320800"/>
              <a:gd name="connsiteX34" fmla="*/ 0 w 1190625"/>
              <a:gd name="connsiteY34" fmla="*/ 98425 h 1320800"/>
              <a:gd name="connsiteX35" fmla="*/ 15875 w 1190625"/>
              <a:gd name="connsiteY35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90625" h="1320800">
                <a:moveTo>
                  <a:pt x="15875" y="0"/>
                </a:moveTo>
                <a:lnTo>
                  <a:pt x="79375" y="38100"/>
                </a:lnTo>
                <a:lnTo>
                  <a:pt x="155575" y="60325"/>
                </a:lnTo>
                <a:lnTo>
                  <a:pt x="228600" y="76200"/>
                </a:lnTo>
                <a:lnTo>
                  <a:pt x="323850" y="95250"/>
                </a:lnTo>
                <a:lnTo>
                  <a:pt x="406400" y="114300"/>
                </a:lnTo>
                <a:lnTo>
                  <a:pt x="508000" y="123825"/>
                </a:lnTo>
                <a:lnTo>
                  <a:pt x="619125" y="127000"/>
                </a:lnTo>
                <a:lnTo>
                  <a:pt x="708025" y="130175"/>
                </a:lnTo>
                <a:lnTo>
                  <a:pt x="793750" y="117475"/>
                </a:lnTo>
                <a:lnTo>
                  <a:pt x="901700" y="101600"/>
                </a:lnTo>
                <a:lnTo>
                  <a:pt x="962025" y="82550"/>
                </a:lnTo>
                <a:lnTo>
                  <a:pt x="1019175" y="60325"/>
                </a:lnTo>
                <a:lnTo>
                  <a:pt x="1082675" y="38100"/>
                </a:lnTo>
                <a:lnTo>
                  <a:pt x="1171575" y="3175"/>
                </a:lnTo>
                <a:lnTo>
                  <a:pt x="1190625" y="215900"/>
                </a:lnTo>
                <a:lnTo>
                  <a:pt x="1155700" y="482600"/>
                </a:lnTo>
                <a:lnTo>
                  <a:pt x="1085850" y="698500"/>
                </a:lnTo>
                <a:lnTo>
                  <a:pt x="1028700" y="815975"/>
                </a:lnTo>
                <a:lnTo>
                  <a:pt x="958850" y="936625"/>
                </a:lnTo>
                <a:lnTo>
                  <a:pt x="866775" y="1047750"/>
                </a:lnTo>
                <a:lnTo>
                  <a:pt x="765175" y="1165225"/>
                </a:lnTo>
                <a:lnTo>
                  <a:pt x="692150" y="1244600"/>
                </a:lnTo>
                <a:lnTo>
                  <a:pt x="600075" y="1320800"/>
                </a:lnTo>
                <a:lnTo>
                  <a:pt x="473075" y="1222375"/>
                </a:lnTo>
                <a:lnTo>
                  <a:pt x="390525" y="1146175"/>
                </a:lnTo>
                <a:lnTo>
                  <a:pt x="327025" y="1079500"/>
                </a:lnTo>
                <a:lnTo>
                  <a:pt x="273050" y="1009650"/>
                </a:lnTo>
                <a:lnTo>
                  <a:pt x="206375" y="914400"/>
                </a:lnTo>
                <a:lnTo>
                  <a:pt x="136525" y="781050"/>
                </a:lnTo>
                <a:lnTo>
                  <a:pt x="85725" y="657225"/>
                </a:lnTo>
                <a:lnTo>
                  <a:pt x="38100" y="508000"/>
                </a:lnTo>
                <a:lnTo>
                  <a:pt x="15875" y="374650"/>
                </a:lnTo>
                <a:lnTo>
                  <a:pt x="0" y="219075"/>
                </a:lnTo>
                <a:lnTo>
                  <a:pt x="0" y="98425"/>
                </a:lnTo>
                <a:cubicBezTo>
                  <a:pt x="1058" y="63500"/>
                  <a:pt x="2117" y="28575"/>
                  <a:pt x="15875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F834479E-F6CF-0318-CAB6-8425A96600EB}"/>
              </a:ext>
            </a:extLst>
          </p:cNvPr>
          <p:cNvSpPr/>
          <p:nvPr/>
        </p:nvSpPr>
        <p:spPr>
          <a:xfrm>
            <a:off x="3092450" y="2085975"/>
            <a:ext cx="1489075" cy="1308100"/>
          </a:xfrm>
          <a:custGeom>
            <a:avLst/>
            <a:gdLst>
              <a:gd name="connsiteX0" fmla="*/ 892175 w 1489075"/>
              <a:gd name="connsiteY0" fmla="*/ 1308100 h 1308100"/>
              <a:gd name="connsiteX1" fmla="*/ 908050 w 1489075"/>
              <a:gd name="connsiteY1" fmla="*/ 1193800 h 1308100"/>
              <a:gd name="connsiteX2" fmla="*/ 946150 w 1489075"/>
              <a:gd name="connsiteY2" fmla="*/ 1069975 h 1308100"/>
              <a:gd name="connsiteX3" fmla="*/ 984250 w 1489075"/>
              <a:gd name="connsiteY3" fmla="*/ 942975 h 1308100"/>
              <a:gd name="connsiteX4" fmla="*/ 1028700 w 1489075"/>
              <a:gd name="connsiteY4" fmla="*/ 854075 h 1308100"/>
              <a:gd name="connsiteX5" fmla="*/ 1066800 w 1489075"/>
              <a:gd name="connsiteY5" fmla="*/ 762000 h 1308100"/>
              <a:gd name="connsiteX6" fmla="*/ 1114425 w 1489075"/>
              <a:gd name="connsiteY6" fmla="*/ 688975 h 1308100"/>
              <a:gd name="connsiteX7" fmla="*/ 1171575 w 1489075"/>
              <a:gd name="connsiteY7" fmla="*/ 612775 h 1308100"/>
              <a:gd name="connsiteX8" fmla="*/ 1244600 w 1489075"/>
              <a:gd name="connsiteY8" fmla="*/ 523875 h 1308100"/>
              <a:gd name="connsiteX9" fmla="*/ 1311275 w 1489075"/>
              <a:gd name="connsiteY9" fmla="*/ 447675 h 1308100"/>
              <a:gd name="connsiteX10" fmla="*/ 1365250 w 1489075"/>
              <a:gd name="connsiteY10" fmla="*/ 400050 h 1308100"/>
              <a:gd name="connsiteX11" fmla="*/ 1438275 w 1489075"/>
              <a:gd name="connsiteY11" fmla="*/ 323850 h 1308100"/>
              <a:gd name="connsiteX12" fmla="*/ 1489075 w 1489075"/>
              <a:gd name="connsiteY12" fmla="*/ 301625 h 1308100"/>
              <a:gd name="connsiteX13" fmla="*/ 1384300 w 1489075"/>
              <a:gd name="connsiteY13" fmla="*/ 228600 h 1308100"/>
              <a:gd name="connsiteX14" fmla="*/ 1276350 w 1489075"/>
              <a:gd name="connsiteY14" fmla="*/ 168275 h 1308100"/>
              <a:gd name="connsiteX15" fmla="*/ 1130300 w 1489075"/>
              <a:gd name="connsiteY15" fmla="*/ 98425 h 1308100"/>
              <a:gd name="connsiteX16" fmla="*/ 1016000 w 1489075"/>
              <a:gd name="connsiteY16" fmla="*/ 60325 h 1308100"/>
              <a:gd name="connsiteX17" fmla="*/ 866775 w 1489075"/>
              <a:gd name="connsiteY17" fmla="*/ 22225 h 1308100"/>
              <a:gd name="connsiteX18" fmla="*/ 749300 w 1489075"/>
              <a:gd name="connsiteY18" fmla="*/ 6350 h 1308100"/>
              <a:gd name="connsiteX19" fmla="*/ 612775 w 1489075"/>
              <a:gd name="connsiteY19" fmla="*/ 0 h 1308100"/>
              <a:gd name="connsiteX20" fmla="*/ 485775 w 1489075"/>
              <a:gd name="connsiteY20" fmla="*/ 3175 h 1308100"/>
              <a:gd name="connsiteX21" fmla="*/ 368300 w 1489075"/>
              <a:gd name="connsiteY21" fmla="*/ 15875 h 1308100"/>
              <a:gd name="connsiteX22" fmla="*/ 247650 w 1489075"/>
              <a:gd name="connsiteY22" fmla="*/ 44450 h 1308100"/>
              <a:gd name="connsiteX23" fmla="*/ 130175 w 1489075"/>
              <a:gd name="connsiteY23" fmla="*/ 73025 h 1308100"/>
              <a:gd name="connsiteX24" fmla="*/ 50800 w 1489075"/>
              <a:gd name="connsiteY24" fmla="*/ 104775 h 1308100"/>
              <a:gd name="connsiteX25" fmla="*/ 0 w 1489075"/>
              <a:gd name="connsiteY25" fmla="*/ 123825 h 1308100"/>
              <a:gd name="connsiteX26" fmla="*/ 12700 w 1489075"/>
              <a:gd name="connsiteY26" fmla="*/ 196850 h 1308100"/>
              <a:gd name="connsiteX27" fmla="*/ 31750 w 1489075"/>
              <a:gd name="connsiteY27" fmla="*/ 298450 h 1308100"/>
              <a:gd name="connsiteX28" fmla="*/ 50800 w 1489075"/>
              <a:gd name="connsiteY28" fmla="*/ 381000 h 1308100"/>
              <a:gd name="connsiteX29" fmla="*/ 82550 w 1489075"/>
              <a:gd name="connsiteY29" fmla="*/ 460375 h 1308100"/>
              <a:gd name="connsiteX30" fmla="*/ 123825 w 1489075"/>
              <a:gd name="connsiteY30" fmla="*/ 555625 h 1308100"/>
              <a:gd name="connsiteX31" fmla="*/ 171450 w 1489075"/>
              <a:gd name="connsiteY31" fmla="*/ 657225 h 1308100"/>
              <a:gd name="connsiteX32" fmla="*/ 222250 w 1489075"/>
              <a:gd name="connsiteY32" fmla="*/ 755650 h 1308100"/>
              <a:gd name="connsiteX33" fmla="*/ 292100 w 1489075"/>
              <a:gd name="connsiteY33" fmla="*/ 854075 h 1308100"/>
              <a:gd name="connsiteX34" fmla="*/ 390525 w 1489075"/>
              <a:gd name="connsiteY34" fmla="*/ 968375 h 1308100"/>
              <a:gd name="connsiteX35" fmla="*/ 473075 w 1489075"/>
              <a:gd name="connsiteY35" fmla="*/ 1060450 h 1308100"/>
              <a:gd name="connsiteX36" fmla="*/ 584200 w 1489075"/>
              <a:gd name="connsiteY36" fmla="*/ 1152525 h 1308100"/>
              <a:gd name="connsiteX37" fmla="*/ 711200 w 1489075"/>
              <a:gd name="connsiteY37" fmla="*/ 1238250 h 1308100"/>
              <a:gd name="connsiteX38" fmla="*/ 790575 w 1489075"/>
              <a:gd name="connsiteY38" fmla="*/ 1279525 h 1308100"/>
              <a:gd name="connsiteX39" fmla="*/ 892175 w 1489075"/>
              <a:gd name="connsiteY39" fmla="*/ 13081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89075" h="1308100">
                <a:moveTo>
                  <a:pt x="892175" y="1308100"/>
                </a:moveTo>
                <a:lnTo>
                  <a:pt x="908050" y="1193800"/>
                </a:lnTo>
                <a:lnTo>
                  <a:pt x="946150" y="1069975"/>
                </a:lnTo>
                <a:lnTo>
                  <a:pt x="984250" y="942975"/>
                </a:lnTo>
                <a:lnTo>
                  <a:pt x="1028700" y="854075"/>
                </a:lnTo>
                <a:lnTo>
                  <a:pt x="1066800" y="762000"/>
                </a:lnTo>
                <a:lnTo>
                  <a:pt x="1114425" y="688975"/>
                </a:lnTo>
                <a:lnTo>
                  <a:pt x="1171575" y="612775"/>
                </a:lnTo>
                <a:lnTo>
                  <a:pt x="1244600" y="523875"/>
                </a:lnTo>
                <a:lnTo>
                  <a:pt x="1311275" y="447675"/>
                </a:lnTo>
                <a:lnTo>
                  <a:pt x="1365250" y="400050"/>
                </a:lnTo>
                <a:lnTo>
                  <a:pt x="1438275" y="323850"/>
                </a:lnTo>
                <a:lnTo>
                  <a:pt x="1489075" y="301625"/>
                </a:lnTo>
                <a:lnTo>
                  <a:pt x="1384300" y="228600"/>
                </a:lnTo>
                <a:lnTo>
                  <a:pt x="1276350" y="168275"/>
                </a:lnTo>
                <a:lnTo>
                  <a:pt x="1130300" y="98425"/>
                </a:lnTo>
                <a:lnTo>
                  <a:pt x="1016000" y="60325"/>
                </a:lnTo>
                <a:lnTo>
                  <a:pt x="866775" y="22225"/>
                </a:lnTo>
                <a:lnTo>
                  <a:pt x="749300" y="6350"/>
                </a:lnTo>
                <a:lnTo>
                  <a:pt x="612775" y="0"/>
                </a:lnTo>
                <a:lnTo>
                  <a:pt x="485775" y="3175"/>
                </a:lnTo>
                <a:lnTo>
                  <a:pt x="368300" y="15875"/>
                </a:lnTo>
                <a:lnTo>
                  <a:pt x="247650" y="44450"/>
                </a:lnTo>
                <a:lnTo>
                  <a:pt x="130175" y="73025"/>
                </a:lnTo>
                <a:lnTo>
                  <a:pt x="50800" y="104775"/>
                </a:lnTo>
                <a:lnTo>
                  <a:pt x="0" y="123825"/>
                </a:lnTo>
                <a:lnTo>
                  <a:pt x="12700" y="196850"/>
                </a:lnTo>
                <a:lnTo>
                  <a:pt x="31750" y="298450"/>
                </a:lnTo>
                <a:lnTo>
                  <a:pt x="50800" y="381000"/>
                </a:lnTo>
                <a:lnTo>
                  <a:pt x="82550" y="460375"/>
                </a:lnTo>
                <a:lnTo>
                  <a:pt x="123825" y="555625"/>
                </a:lnTo>
                <a:lnTo>
                  <a:pt x="171450" y="657225"/>
                </a:lnTo>
                <a:lnTo>
                  <a:pt x="222250" y="755650"/>
                </a:lnTo>
                <a:lnTo>
                  <a:pt x="292100" y="854075"/>
                </a:lnTo>
                <a:lnTo>
                  <a:pt x="390525" y="968375"/>
                </a:lnTo>
                <a:lnTo>
                  <a:pt x="473075" y="1060450"/>
                </a:lnTo>
                <a:lnTo>
                  <a:pt x="584200" y="1152525"/>
                </a:lnTo>
                <a:lnTo>
                  <a:pt x="711200" y="1238250"/>
                </a:lnTo>
                <a:lnTo>
                  <a:pt x="790575" y="1279525"/>
                </a:lnTo>
                <a:lnTo>
                  <a:pt x="892175" y="13081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FBDA589F-288A-574F-FAE6-BBCCCDA75990}"/>
              </a:ext>
            </a:extLst>
          </p:cNvPr>
          <p:cNvSpPr/>
          <p:nvPr/>
        </p:nvSpPr>
        <p:spPr>
          <a:xfrm>
            <a:off x="4578350" y="2082800"/>
            <a:ext cx="1476375" cy="1343025"/>
          </a:xfrm>
          <a:custGeom>
            <a:avLst/>
            <a:gdLst>
              <a:gd name="connsiteX0" fmla="*/ 0 w 1476375"/>
              <a:gd name="connsiteY0" fmla="*/ 301625 h 1343025"/>
              <a:gd name="connsiteX1" fmla="*/ 136525 w 1476375"/>
              <a:gd name="connsiteY1" fmla="*/ 409575 h 1343025"/>
              <a:gd name="connsiteX2" fmla="*/ 222250 w 1476375"/>
              <a:gd name="connsiteY2" fmla="*/ 508000 h 1343025"/>
              <a:gd name="connsiteX3" fmla="*/ 320675 w 1476375"/>
              <a:gd name="connsiteY3" fmla="*/ 625475 h 1343025"/>
              <a:gd name="connsiteX4" fmla="*/ 412750 w 1476375"/>
              <a:gd name="connsiteY4" fmla="*/ 771525 h 1343025"/>
              <a:gd name="connsiteX5" fmla="*/ 476250 w 1476375"/>
              <a:gd name="connsiteY5" fmla="*/ 898525 h 1343025"/>
              <a:gd name="connsiteX6" fmla="*/ 514350 w 1476375"/>
              <a:gd name="connsiteY6" fmla="*/ 1012825 h 1343025"/>
              <a:gd name="connsiteX7" fmla="*/ 549275 w 1476375"/>
              <a:gd name="connsiteY7" fmla="*/ 1120775 h 1343025"/>
              <a:gd name="connsiteX8" fmla="*/ 574675 w 1476375"/>
              <a:gd name="connsiteY8" fmla="*/ 1260475 h 1343025"/>
              <a:gd name="connsiteX9" fmla="*/ 581025 w 1476375"/>
              <a:gd name="connsiteY9" fmla="*/ 1343025 h 1343025"/>
              <a:gd name="connsiteX10" fmla="*/ 736600 w 1476375"/>
              <a:gd name="connsiteY10" fmla="*/ 1257300 h 1343025"/>
              <a:gd name="connsiteX11" fmla="*/ 857250 w 1476375"/>
              <a:gd name="connsiteY11" fmla="*/ 1190625 h 1343025"/>
              <a:gd name="connsiteX12" fmla="*/ 942975 w 1476375"/>
              <a:gd name="connsiteY12" fmla="*/ 1123950 h 1343025"/>
              <a:gd name="connsiteX13" fmla="*/ 1044575 w 1476375"/>
              <a:gd name="connsiteY13" fmla="*/ 1035050 h 1343025"/>
              <a:gd name="connsiteX14" fmla="*/ 1149350 w 1476375"/>
              <a:gd name="connsiteY14" fmla="*/ 917575 h 1343025"/>
              <a:gd name="connsiteX15" fmla="*/ 1235075 w 1476375"/>
              <a:gd name="connsiteY15" fmla="*/ 809625 h 1343025"/>
              <a:gd name="connsiteX16" fmla="*/ 1301750 w 1476375"/>
              <a:gd name="connsiteY16" fmla="*/ 695325 h 1343025"/>
              <a:gd name="connsiteX17" fmla="*/ 1371600 w 1476375"/>
              <a:gd name="connsiteY17" fmla="*/ 549275 h 1343025"/>
              <a:gd name="connsiteX18" fmla="*/ 1416050 w 1476375"/>
              <a:gd name="connsiteY18" fmla="*/ 419100 h 1343025"/>
              <a:gd name="connsiteX19" fmla="*/ 1450975 w 1476375"/>
              <a:gd name="connsiteY19" fmla="*/ 298450 h 1343025"/>
              <a:gd name="connsiteX20" fmla="*/ 1470025 w 1476375"/>
              <a:gd name="connsiteY20" fmla="*/ 203200 h 1343025"/>
              <a:gd name="connsiteX21" fmla="*/ 1476375 w 1476375"/>
              <a:gd name="connsiteY21" fmla="*/ 120650 h 1343025"/>
              <a:gd name="connsiteX22" fmla="*/ 1362075 w 1476375"/>
              <a:gd name="connsiteY22" fmla="*/ 82550 h 1343025"/>
              <a:gd name="connsiteX23" fmla="*/ 1238250 w 1476375"/>
              <a:gd name="connsiteY23" fmla="*/ 44450 h 1343025"/>
              <a:gd name="connsiteX24" fmla="*/ 1108075 w 1476375"/>
              <a:gd name="connsiteY24" fmla="*/ 12700 h 1343025"/>
              <a:gd name="connsiteX25" fmla="*/ 895350 w 1476375"/>
              <a:gd name="connsiteY25" fmla="*/ 0 h 1343025"/>
              <a:gd name="connsiteX26" fmla="*/ 723900 w 1476375"/>
              <a:gd name="connsiteY26" fmla="*/ 6350 h 1343025"/>
              <a:gd name="connsiteX27" fmla="*/ 565150 w 1476375"/>
              <a:gd name="connsiteY27" fmla="*/ 31750 h 1343025"/>
              <a:gd name="connsiteX28" fmla="*/ 434975 w 1476375"/>
              <a:gd name="connsiteY28" fmla="*/ 73025 h 1343025"/>
              <a:gd name="connsiteX29" fmla="*/ 298450 w 1476375"/>
              <a:gd name="connsiteY29" fmla="*/ 120650 h 1343025"/>
              <a:gd name="connsiteX30" fmla="*/ 193675 w 1476375"/>
              <a:gd name="connsiteY30" fmla="*/ 171450 h 1343025"/>
              <a:gd name="connsiteX31" fmla="*/ 88900 w 1476375"/>
              <a:gd name="connsiteY31" fmla="*/ 231775 h 1343025"/>
              <a:gd name="connsiteX32" fmla="*/ 0 w 1476375"/>
              <a:gd name="connsiteY32" fmla="*/ 301625 h 134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476375" h="1343025">
                <a:moveTo>
                  <a:pt x="0" y="301625"/>
                </a:moveTo>
                <a:lnTo>
                  <a:pt x="136525" y="409575"/>
                </a:lnTo>
                <a:lnTo>
                  <a:pt x="222250" y="508000"/>
                </a:lnTo>
                <a:lnTo>
                  <a:pt x="320675" y="625475"/>
                </a:lnTo>
                <a:lnTo>
                  <a:pt x="412750" y="771525"/>
                </a:lnTo>
                <a:lnTo>
                  <a:pt x="476250" y="898525"/>
                </a:lnTo>
                <a:lnTo>
                  <a:pt x="514350" y="1012825"/>
                </a:lnTo>
                <a:lnTo>
                  <a:pt x="549275" y="1120775"/>
                </a:lnTo>
                <a:lnTo>
                  <a:pt x="574675" y="1260475"/>
                </a:lnTo>
                <a:lnTo>
                  <a:pt x="581025" y="1343025"/>
                </a:lnTo>
                <a:lnTo>
                  <a:pt x="736600" y="1257300"/>
                </a:lnTo>
                <a:lnTo>
                  <a:pt x="857250" y="1190625"/>
                </a:lnTo>
                <a:lnTo>
                  <a:pt x="942975" y="1123950"/>
                </a:lnTo>
                <a:lnTo>
                  <a:pt x="1044575" y="1035050"/>
                </a:lnTo>
                <a:lnTo>
                  <a:pt x="1149350" y="917575"/>
                </a:lnTo>
                <a:lnTo>
                  <a:pt x="1235075" y="809625"/>
                </a:lnTo>
                <a:lnTo>
                  <a:pt x="1301750" y="695325"/>
                </a:lnTo>
                <a:lnTo>
                  <a:pt x="1371600" y="549275"/>
                </a:lnTo>
                <a:lnTo>
                  <a:pt x="1416050" y="419100"/>
                </a:lnTo>
                <a:lnTo>
                  <a:pt x="1450975" y="298450"/>
                </a:lnTo>
                <a:lnTo>
                  <a:pt x="1470025" y="203200"/>
                </a:lnTo>
                <a:lnTo>
                  <a:pt x="1476375" y="120650"/>
                </a:lnTo>
                <a:lnTo>
                  <a:pt x="1362075" y="82550"/>
                </a:lnTo>
                <a:lnTo>
                  <a:pt x="1238250" y="44450"/>
                </a:lnTo>
                <a:lnTo>
                  <a:pt x="1108075" y="12700"/>
                </a:lnTo>
                <a:lnTo>
                  <a:pt x="895350" y="0"/>
                </a:lnTo>
                <a:lnTo>
                  <a:pt x="723900" y="6350"/>
                </a:lnTo>
                <a:lnTo>
                  <a:pt x="565150" y="31750"/>
                </a:lnTo>
                <a:lnTo>
                  <a:pt x="434975" y="73025"/>
                </a:lnTo>
                <a:lnTo>
                  <a:pt x="298450" y="120650"/>
                </a:lnTo>
                <a:lnTo>
                  <a:pt x="193675" y="171450"/>
                </a:lnTo>
                <a:lnTo>
                  <a:pt x="88900" y="231775"/>
                </a:lnTo>
                <a:lnTo>
                  <a:pt x="0" y="30162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D197D555-DAC1-B921-F9E3-105A30DF4FF5}"/>
              </a:ext>
            </a:extLst>
          </p:cNvPr>
          <p:cNvSpPr/>
          <p:nvPr/>
        </p:nvSpPr>
        <p:spPr>
          <a:xfrm>
            <a:off x="3981450" y="2381250"/>
            <a:ext cx="1177925" cy="1162050"/>
          </a:xfrm>
          <a:custGeom>
            <a:avLst/>
            <a:gdLst>
              <a:gd name="connsiteX0" fmla="*/ 0 w 1177925"/>
              <a:gd name="connsiteY0" fmla="*/ 1016000 h 1162050"/>
              <a:gd name="connsiteX1" fmla="*/ 82550 w 1177925"/>
              <a:gd name="connsiteY1" fmla="*/ 1073150 h 1162050"/>
              <a:gd name="connsiteX2" fmla="*/ 225425 w 1177925"/>
              <a:gd name="connsiteY2" fmla="*/ 1104900 h 1162050"/>
              <a:gd name="connsiteX3" fmla="*/ 365125 w 1177925"/>
              <a:gd name="connsiteY3" fmla="*/ 1133475 h 1162050"/>
              <a:gd name="connsiteX4" fmla="*/ 476250 w 1177925"/>
              <a:gd name="connsiteY4" fmla="*/ 1149350 h 1162050"/>
              <a:gd name="connsiteX5" fmla="*/ 619125 w 1177925"/>
              <a:gd name="connsiteY5" fmla="*/ 1162050 h 1162050"/>
              <a:gd name="connsiteX6" fmla="*/ 774700 w 1177925"/>
              <a:gd name="connsiteY6" fmla="*/ 1155700 h 1162050"/>
              <a:gd name="connsiteX7" fmla="*/ 917575 w 1177925"/>
              <a:gd name="connsiteY7" fmla="*/ 1130300 h 1162050"/>
              <a:gd name="connsiteX8" fmla="*/ 987425 w 1177925"/>
              <a:gd name="connsiteY8" fmla="*/ 1098550 h 1162050"/>
              <a:gd name="connsiteX9" fmla="*/ 1117600 w 1177925"/>
              <a:gd name="connsiteY9" fmla="*/ 1047750 h 1162050"/>
              <a:gd name="connsiteX10" fmla="*/ 1177925 w 1177925"/>
              <a:gd name="connsiteY10" fmla="*/ 1035050 h 1162050"/>
              <a:gd name="connsiteX11" fmla="*/ 1171575 w 1177925"/>
              <a:gd name="connsiteY11" fmla="*/ 936625 h 1162050"/>
              <a:gd name="connsiteX12" fmla="*/ 1149350 w 1177925"/>
              <a:gd name="connsiteY12" fmla="*/ 831850 h 1162050"/>
              <a:gd name="connsiteX13" fmla="*/ 1114425 w 1177925"/>
              <a:gd name="connsiteY13" fmla="*/ 727075 h 1162050"/>
              <a:gd name="connsiteX14" fmla="*/ 1073150 w 1177925"/>
              <a:gd name="connsiteY14" fmla="*/ 590550 h 1162050"/>
              <a:gd name="connsiteX15" fmla="*/ 993775 w 1177925"/>
              <a:gd name="connsiteY15" fmla="*/ 454025 h 1162050"/>
              <a:gd name="connsiteX16" fmla="*/ 949325 w 1177925"/>
              <a:gd name="connsiteY16" fmla="*/ 377825 h 1162050"/>
              <a:gd name="connsiteX17" fmla="*/ 901700 w 1177925"/>
              <a:gd name="connsiteY17" fmla="*/ 298450 h 1162050"/>
              <a:gd name="connsiteX18" fmla="*/ 835025 w 1177925"/>
              <a:gd name="connsiteY18" fmla="*/ 231775 h 1162050"/>
              <a:gd name="connsiteX19" fmla="*/ 771525 w 1177925"/>
              <a:gd name="connsiteY19" fmla="*/ 158750 h 1162050"/>
              <a:gd name="connsiteX20" fmla="*/ 708025 w 1177925"/>
              <a:gd name="connsiteY20" fmla="*/ 88900 h 1162050"/>
              <a:gd name="connsiteX21" fmla="*/ 644525 w 1177925"/>
              <a:gd name="connsiteY21" fmla="*/ 44450 h 1162050"/>
              <a:gd name="connsiteX22" fmla="*/ 600075 w 1177925"/>
              <a:gd name="connsiteY22" fmla="*/ 0 h 1162050"/>
              <a:gd name="connsiteX23" fmla="*/ 488950 w 1177925"/>
              <a:gd name="connsiteY23" fmla="*/ 69850 h 1162050"/>
              <a:gd name="connsiteX24" fmla="*/ 438150 w 1177925"/>
              <a:gd name="connsiteY24" fmla="*/ 127000 h 1162050"/>
              <a:gd name="connsiteX25" fmla="*/ 339725 w 1177925"/>
              <a:gd name="connsiteY25" fmla="*/ 238125 h 1162050"/>
              <a:gd name="connsiteX26" fmla="*/ 234950 w 1177925"/>
              <a:gd name="connsiteY26" fmla="*/ 384175 h 1162050"/>
              <a:gd name="connsiteX27" fmla="*/ 136525 w 1177925"/>
              <a:gd name="connsiteY27" fmla="*/ 539750 h 1162050"/>
              <a:gd name="connsiteX28" fmla="*/ 82550 w 1177925"/>
              <a:gd name="connsiteY28" fmla="*/ 688975 h 1162050"/>
              <a:gd name="connsiteX29" fmla="*/ 28575 w 1177925"/>
              <a:gd name="connsiteY29" fmla="*/ 866775 h 1162050"/>
              <a:gd name="connsiteX30" fmla="*/ 0 w 1177925"/>
              <a:gd name="connsiteY30" fmla="*/ 101600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177925" h="1162050">
                <a:moveTo>
                  <a:pt x="0" y="1016000"/>
                </a:moveTo>
                <a:lnTo>
                  <a:pt x="82550" y="1073150"/>
                </a:lnTo>
                <a:lnTo>
                  <a:pt x="225425" y="1104900"/>
                </a:lnTo>
                <a:lnTo>
                  <a:pt x="365125" y="1133475"/>
                </a:lnTo>
                <a:lnTo>
                  <a:pt x="476250" y="1149350"/>
                </a:lnTo>
                <a:lnTo>
                  <a:pt x="619125" y="1162050"/>
                </a:lnTo>
                <a:lnTo>
                  <a:pt x="774700" y="1155700"/>
                </a:lnTo>
                <a:lnTo>
                  <a:pt x="917575" y="1130300"/>
                </a:lnTo>
                <a:lnTo>
                  <a:pt x="987425" y="1098550"/>
                </a:lnTo>
                <a:lnTo>
                  <a:pt x="1117600" y="1047750"/>
                </a:lnTo>
                <a:lnTo>
                  <a:pt x="1177925" y="1035050"/>
                </a:lnTo>
                <a:lnTo>
                  <a:pt x="1171575" y="936625"/>
                </a:lnTo>
                <a:lnTo>
                  <a:pt x="1149350" y="831850"/>
                </a:lnTo>
                <a:lnTo>
                  <a:pt x="1114425" y="727075"/>
                </a:lnTo>
                <a:lnTo>
                  <a:pt x="1073150" y="590550"/>
                </a:lnTo>
                <a:lnTo>
                  <a:pt x="993775" y="454025"/>
                </a:lnTo>
                <a:lnTo>
                  <a:pt x="949325" y="377825"/>
                </a:lnTo>
                <a:lnTo>
                  <a:pt x="901700" y="298450"/>
                </a:lnTo>
                <a:lnTo>
                  <a:pt x="835025" y="231775"/>
                </a:lnTo>
                <a:lnTo>
                  <a:pt x="771525" y="158750"/>
                </a:lnTo>
                <a:lnTo>
                  <a:pt x="708025" y="88900"/>
                </a:lnTo>
                <a:lnTo>
                  <a:pt x="644525" y="44450"/>
                </a:lnTo>
                <a:lnTo>
                  <a:pt x="600075" y="0"/>
                </a:lnTo>
                <a:lnTo>
                  <a:pt x="488950" y="69850"/>
                </a:lnTo>
                <a:lnTo>
                  <a:pt x="438150" y="127000"/>
                </a:lnTo>
                <a:lnTo>
                  <a:pt x="339725" y="238125"/>
                </a:lnTo>
                <a:lnTo>
                  <a:pt x="234950" y="384175"/>
                </a:lnTo>
                <a:lnTo>
                  <a:pt x="136525" y="539750"/>
                </a:lnTo>
                <a:lnTo>
                  <a:pt x="82550" y="688975"/>
                </a:lnTo>
                <a:lnTo>
                  <a:pt x="28575" y="866775"/>
                </a:lnTo>
                <a:lnTo>
                  <a:pt x="0" y="101600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465771E-5719-AC47-9513-2EAF26E59029}"/>
              </a:ext>
            </a:extLst>
          </p:cNvPr>
          <p:cNvSpPr txBox="1"/>
          <p:nvPr/>
        </p:nvSpPr>
        <p:spPr>
          <a:xfrm>
            <a:off x="5771268" y="1287905"/>
            <a:ext cx="6098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   </a:t>
            </a:r>
            <a:r>
              <a:rPr lang="en-US" b="1" i="0" dirty="0">
                <a:solidFill>
                  <a:srgbClr val="222831"/>
                </a:solidFill>
                <a:effectLst/>
                <a:latin typeface="-apple-system"/>
              </a:rPr>
              <a:t>Cancers Included</a:t>
            </a:r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:</a:t>
            </a:r>
          </a:p>
          <a:p>
            <a:pPr algn="l"/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           </a:t>
            </a:r>
            <a:r>
              <a:rPr lang="en-US" b="0" i="1" dirty="0">
                <a:solidFill>
                  <a:srgbClr val="222831"/>
                </a:solidFill>
                <a:effectLst/>
                <a:latin typeface="-apple-system"/>
              </a:rPr>
              <a:t>Cervical</a:t>
            </a:r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🟦 | </a:t>
            </a:r>
            <a:r>
              <a:rPr lang="en-US" b="0" i="1" dirty="0">
                <a:solidFill>
                  <a:srgbClr val="222831"/>
                </a:solidFill>
                <a:effectLst/>
                <a:latin typeface="-apple-system"/>
              </a:rPr>
              <a:t>Colorectal</a:t>
            </a:r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🟧 </a:t>
            </a:r>
            <a:r>
              <a:rPr lang="en-US" b="0" dirty="0">
                <a:solidFill>
                  <a:srgbClr val="222831"/>
                </a:solidFill>
                <a:effectLst/>
                <a:latin typeface="-apple-system"/>
              </a:rPr>
              <a:t>|</a:t>
            </a:r>
            <a:r>
              <a:rPr lang="en-US" b="0" i="1" dirty="0">
                <a:solidFill>
                  <a:srgbClr val="222831"/>
                </a:solidFill>
                <a:effectLst/>
                <a:latin typeface="-apple-system"/>
              </a:rPr>
              <a:t> Breast</a:t>
            </a:r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🟪</a:t>
            </a:r>
          </a:p>
          <a:p>
            <a:pPr algn="l"/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   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BABB562-1780-DE98-6282-94BC27296794}"/>
              </a:ext>
            </a:extLst>
          </p:cNvPr>
          <p:cNvSpPr txBox="1"/>
          <p:nvPr/>
        </p:nvSpPr>
        <p:spPr>
          <a:xfrm>
            <a:off x="6571827" y="2032048"/>
            <a:ext cx="6098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 </a:t>
            </a:r>
            <a:r>
              <a:rPr lang="en-US" b="1" i="0" dirty="0">
                <a:solidFill>
                  <a:srgbClr val="222831"/>
                </a:solidFill>
                <a:effectLst/>
                <a:latin typeface="-apple-system"/>
              </a:rPr>
              <a:t>Methods Incorporated:</a:t>
            </a:r>
            <a:endParaRPr lang="en-US" b="0" i="0" dirty="0">
              <a:solidFill>
                <a:srgbClr val="222831"/>
              </a:solidFill>
              <a:effectLst/>
              <a:latin typeface="-apple-system"/>
            </a:endParaRPr>
          </a:p>
          <a:p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       </a:t>
            </a:r>
            <a:r>
              <a:rPr lang="en-US" b="0" i="1" dirty="0">
                <a:solidFill>
                  <a:srgbClr val="222831"/>
                </a:solidFill>
                <a:effectLst/>
                <a:latin typeface="-apple-system"/>
              </a:rPr>
              <a:t>Health Equity</a:t>
            </a:r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❇️  </a:t>
            </a:r>
            <a:r>
              <a:rPr lang="en-US" b="0" dirty="0">
                <a:solidFill>
                  <a:srgbClr val="222831"/>
                </a:solidFill>
                <a:effectLst/>
                <a:latin typeface="-apple-system"/>
              </a:rPr>
              <a:t>|</a:t>
            </a:r>
            <a:r>
              <a:rPr lang="en-US" b="0" i="1" dirty="0">
                <a:solidFill>
                  <a:srgbClr val="222831"/>
                </a:solidFill>
                <a:effectLst/>
                <a:latin typeface="-apple-system"/>
              </a:rPr>
              <a:t> Simulation Modeling</a:t>
            </a:r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🔲</a:t>
            </a:r>
          </a:p>
          <a:p>
            <a:r>
              <a:rPr lang="en-US" b="0" i="0" dirty="0">
                <a:solidFill>
                  <a:srgbClr val="222831"/>
                </a:solidFill>
                <a:effectLst/>
                <a:latin typeface="-apple-system"/>
              </a:rPr>
              <a:t>   </a:t>
            </a:r>
            <a:r>
              <a:rPr lang="en-US" b="0" i="1" dirty="0">
                <a:solidFill>
                  <a:srgbClr val="222831"/>
                </a:solidFill>
                <a:effectLst/>
                <a:latin typeface="-apple-system"/>
              </a:rPr>
              <a:t> </a:t>
            </a:r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F3DE146-D52A-876F-1A50-5EA3E00200D0}"/>
              </a:ext>
            </a:extLst>
          </p:cNvPr>
          <p:cNvSpPr txBox="1"/>
          <p:nvPr/>
        </p:nvSpPr>
        <p:spPr>
          <a:xfrm>
            <a:off x="5771268" y="585817"/>
            <a:ext cx="6555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222831"/>
                </a:solidFill>
                <a:effectLst/>
                <a:latin typeface="-apple-system"/>
              </a:rPr>
              <a:t>Manuscript Legend: </a:t>
            </a:r>
          </a:p>
        </p:txBody>
      </p:sp>
    </p:spTree>
    <p:extLst>
      <p:ext uri="{BB962C8B-B14F-4D97-AF65-F5344CB8AC3E}">
        <p14:creationId xmlns:p14="http://schemas.microsoft.com/office/powerpoint/2010/main" val="359900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BE5700"/>
      </a:accent1>
      <a:accent2>
        <a:srgbClr val="465867"/>
      </a:accent2>
      <a:accent3>
        <a:srgbClr val="4D60A8"/>
      </a:accent3>
      <a:accent4>
        <a:srgbClr val="A5151A"/>
      </a:accent4>
      <a:accent5>
        <a:srgbClr val="4875A8"/>
      </a:accent5>
      <a:accent6>
        <a:srgbClr val="898EA6"/>
      </a:accent6>
      <a:hlink>
        <a:srgbClr val="BE5700"/>
      </a:hlink>
      <a:folHlink>
        <a:srgbClr val="96969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38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-apple-system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Spencer, Jenny C</dc:creator>
  <cp:lastModifiedBy>Spencer, Jenny C</cp:lastModifiedBy>
  <cp:revision>2</cp:revision>
  <dcterms:created xsi:type="dcterms:W3CDTF">2026-08-01T17:40:27Z</dcterms:created>
  <dcterms:modified xsi:type="dcterms:W3CDTF">2026-08-01T18:37:11Z</dcterms:modified>
</cp:coreProperties>
</file>